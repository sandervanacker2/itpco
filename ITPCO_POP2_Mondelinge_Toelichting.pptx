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1A0105-19E2-4909-A280-76B346CB870E}" v="7" dt="2026-06-01T09:36:50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139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 Acker, Sander (Styrka)" userId="13b9b8ff-1b62-44bb-acec-81e4529ab056" providerId="ADAL" clId="{EB4F68C7-243A-4C60-92A4-4059360D382F}"/>
    <pc:docChg chg="custSel modSld">
      <pc:chgData name="Van Acker, Sander (Styrka)" userId="13b9b8ff-1b62-44bb-acec-81e4529ab056" providerId="ADAL" clId="{EB4F68C7-243A-4C60-92A4-4059360D382F}" dt="2026-06-01T09:35:36.147" v="1097"/>
      <pc:docMkLst>
        <pc:docMk/>
      </pc:docMkLst>
      <pc:sldChg chg="modSp mod">
        <pc:chgData name="Van Acker, Sander (Styrka)" userId="13b9b8ff-1b62-44bb-acec-81e4529ab056" providerId="ADAL" clId="{EB4F68C7-243A-4C60-92A4-4059360D382F}" dt="2026-06-01T08:38:16.626" v="37" actId="20577"/>
        <pc:sldMkLst>
          <pc:docMk/>
          <pc:sldMk cId="445498681" sldId="256"/>
        </pc:sldMkLst>
        <pc:spChg chg="mod">
          <ac:chgData name="Van Acker, Sander (Styrka)" userId="13b9b8ff-1b62-44bb-acec-81e4529ab056" providerId="ADAL" clId="{EB4F68C7-243A-4C60-92A4-4059360D382F}" dt="2026-06-01T08:38:16.626" v="37" actId="20577"/>
          <ac:spMkLst>
            <pc:docMk/>
            <pc:sldMk cId="445498681" sldId="256"/>
            <ac:spMk id="5" creationId="{1DA69C98-15E4-48B4-94E5-69AFAA685B73}"/>
          </ac:spMkLst>
        </pc:spChg>
      </pc:sldChg>
      <pc:sldChg chg="modSp mod">
        <pc:chgData name="Van Acker, Sander (Styrka)" userId="13b9b8ff-1b62-44bb-acec-81e4529ab056" providerId="ADAL" clId="{EB4F68C7-243A-4C60-92A4-4059360D382F}" dt="2026-06-01T08:49:54.931" v="108" actId="20577"/>
        <pc:sldMkLst>
          <pc:docMk/>
          <pc:sldMk cId="1771315082" sldId="257"/>
        </pc:sldMkLst>
        <pc:spChg chg="mod">
          <ac:chgData name="Van Acker, Sander (Styrka)" userId="13b9b8ff-1b62-44bb-acec-81e4529ab056" providerId="ADAL" clId="{EB4F68C7-243A-4C60-92A4-4059360D382F}" dt="2026-06-01T08:49:54.931" v="108" actId="20577"/>
          <ac:spMkLst>
            <pc:docMk/>
            <pc:sldMk cId="1771315082" sldId="257"/>
            <ac:spMk id="10" creationId="{51A360C3-6C52-4C89-AD16-413F09B94E97}"/>
          </ac:spMkLst>
        </pc:spChg>
      </pc:sldChg>
      <pc:sldChg chg="delSp modSp mod">
        <pc:chgData name="Van Acker, Sander (Styrka)" userId="13b9b8ff-1b62-44bb-acec-81e4529ab056" providerId="ADAL" clId="{EB4F68C7-243A-4C60-92A4-4059360D382F}" dt="2026-06-01T09:21:52.524" v="1019" actId="478"/>
        <pc:sldMkLst>
          <pc:docMk/>
          <pc:sldMk cId="1986351626" sldId="258"/>
        </pc:sldMkLst>
        <pc:spChg chg="mod">
          <ac:chgData name="Van Acker, Sander (Styrka)" userId="13b9b8ff-1b62-44bb-acec-81e4529ab056" providerId="ADAL" clId="{EB4F68C7-243A-4C60-92A4-4059360D382F}" dt="2026-06-01T09:17:05.317" v="780" actId="1076"/>
          <ac:spMkLst>
            <pc:docMk/>
            <pc:sldMk cId="1986351626" sldId="258"/>
            <ac:spMk id="7" creationId="{B579808D-79D1-44A6-A4F2-12C8651D5BA2}"/>
          </ac:spMkLst>
        </pc:spChg>
        <pc:spChg chg="mod">
          <ac:chgData name="Van Acker, Sander (Styrka)" userId="13b9b8ff-1b62-44bb-acec-81e4529ab056" providerId="ADAL" clId="{EB4F68C7-243A-4C60-92A4-4059360D382F}" dt="2026-06-01T09:19:17.179" v="902" actId="113"/>
          <ac:spMkLst>
            <pc:docMk/>
            <pc:sldMk cId="1986351626" sldId="258"/>
            <ac:spMk id="9" creationId="{5115A809-C964-4B71-957D-2F1CB4348331}"/>
          </ac:spMkLst>
        </pc:spChg>
        <pc:spChg chg="mod">
          <ac:chgData name="Van Acker, Sander (Styrka)" userId="13b9b8ff-1b62-44bb-acec-81e4529ab056" providerId="ADAL" clId="{EB4F68C7-243A-4C60-92A4-4059360D382F}" dt="2026-06-01T09:20:54.131" v="986" actId="313"/>
          <ac:spMkLst>
            <pc:docMk/>
            <pc:sldMk cId="1986351626" sldId="258"/>
            <ac:spMk id="14" creationId="{752BAC94-370A-4007-B5CD-6E664F4B2EF9}"/>
          </ac:spMkLst>
        </pc:spChg>
        <pc:spChg chg="mod">
          <ac:chgData name="Van Acker, Sander (Styrka)" userId="13b9b8ff-1b62-44bb-acec-81e4529ab056" providerId="ADAL" clId="{EB4F68C7-243A-4C60-92A4-4059360D382F}" dt="2026-06-01T09:21:44.999" v="1018" actId="255"/>
          <ac:spMkLst>
            <pc:docMk/>
            <pc:sldMk cId="1986351626" sldId="258"/>
            <ac:spMk id="18" creationId="{5F28E08C-359F-4879-9655-D18FC104B5C0}"/>
          </ac:spMkLst>
        </pc:spChg>
        <pc:spChg chg="del">
          <ac:chgData name="Van Acker, Sander (Styrka)" userId="13b9b8ff-1b62-44bb-acec-81e4529ab056" providerId="ADAL" clId="{EB4F68C7-243A-4C60-92A4-4059360D382F}" dt="2026-06-01T09:21:52.524" v="1019" actId="478"/>
          <ac:spMkLst>
            <pc:docMk/>
            <pc:sldMk cId="1986351626" sldId="258"/>
            <ac:spMk id="20" creationId="{A8ACBA54-8830-4F38-A453-154ED13D6C33}"/>
          </ac:spMkLst>
        </pc:spChg>
      </pc:sldChg>
      <pc:sldChg chg="delSp modSp mod">
        <pc:chgData name="Van Acker, Sander (Styrka)" userId="13b9b8ff-1b62-44bb-acec-81e4529ab056" providerId="ADAL" clId="{EB4F68C7-243A-4C60-92A4-4059360D382F}" dt="2026-06-01T09:21:58.878" v="1020" actId="478"/>
        <pc:sldMkLst>
          <pc:docMk/>
          <pc:sldMk cId="875931991" sldId="259"/>
        </pc:sldMkLst>
        <pc:spChg chg="mod">
          <ac:chgData name="Van Acker, Sander (Styrka)" userId="13b9b8ff-1b62-44bb-acec-81e4529ab056" providerId="ADAL" clId="{EB4F68C7-243A-4C60-92A4-4059360D382F}" dt="2026-06-01T08:51:30.532" v="112" actId="1076"/>
          <ac:spMkLst>
            <pc:docMk/>
            <pc:sldMk cId="875931991" sldId="259"/>
            <ac:spMk id="10" creationId="{7F783452-04F5-4A55-AF41-762094AEDAE6}"/>
          </ac:spMkLst>
        </pc:spChg>
        <pc:spChg chg="mod">
          <ac:chgData name="Van Acker, Sander (Styrka)" userId="13b9b8ff-1b62-44bb-acec-81e4529ab056" providerId="ADAL" clId="{EB4F68C7-243A-4C60-92A4-4059360D382F}" dt="2026-06-01T08:51:36.806" v="113" actId="1076"/>
          <ac:spMkLst>
            <pc:docMk/>
            <pc:sldMk cId="875931991" sldId="259"/>
            <ac:spMk id="13" creationId="{80DBE646-514C-4AE8-A84D-8D4BFBA107A1}"/>
          </ac:spMkLst>
        </pc:spChg>
        <pc:spChg chg="mod">
          <ac:chgData name="Van Acker, Sander (Styrka)" userId="13b9b8ff-1b62-44bb-acec-81e4529ab056" providerId="ADAL" clId="{EB4F68C7-243A-4C60-92A4-4059360D382F}" dt="2026-06-01T08:51:43.834" v="114" actId="1076"/>
          <ac:spMkLst>
            <pc:docMk/>
            <pc:sldMk cId="875931991" sldId="259"/>
            <ac:spMk id="16" creationId="{439D6687-1DFA-4657-B1E3-146FC4757AFF}"/>
          </ac:spMkLst>
        </pc:spChg>
        <pc:spChg chg="mod">
          <ac:chgData name="Van Acker, Sander (Styrka)" userId="13b9b8ff-1b62-44bb-acec-81e4529ab056" providerId="ADAL" clId="{EB4F68C7-243A-4C60-92A4-4059360D382F}" dt="2026-06-01T08:51:53.050" v="116" actId="1076"/>
          <ac:spMkLst>
            <pc:docMk/>
            <pc:sldMk cId="875931991" sldId="259"/>
            <ac:spMk id="19" creationId="{350A4537-AEBB-410C-9560-B83F6058072F}"/>
          </ac:spMkLst>
        </pc:spChg>
        <pc:spChg chg="del">
          <ac:chgData name="Van Acker, Sander (Styrka)" userId="13b9b8ff-1b62-44bb-acec-81e4529ab056" providerId="ADAL" clId="{EB4F68C7-243A-4C60-92A4-4059360D382F}" dt="2026-06-01T08:50:35.918" v="109" actId="478"/>
          <ac:spMkLst>
            <pc:docMk/>
            <pc:sldMk cId="875931991" sldId="259"/>
            <ac:spMk id="22" creationId="{2C1517EF-EF79-4756-B496-29C08226B60F}"/>
          </ac:spMkLst>
        </pc:spChg>
        <pc:spChg chg="mod">
          <ac:chgData name="Van Acker, Sander (Styrka)" userId="13b9b8ff-1b62-44bb-acec-81e4529ab056" providerId="ADAL" clId="{EB4F68C7-243A-4C60-92A4-4059360D382F}" dt="2026-06-01T08:50:55.026" v="111" actId="255"/>
          <ac:spMkLst>
            <pc:docMk/>
            <pc:sldMk cId="875931991" sldId="259"/>
            <ac:spMk id="23" creationId="{B76B896E-972B-450C-822E-DCDFF4BCD209}"/>
          </ac:spMkLst>
        </pc:spChg>
        <pc:spChg chg="del">
          <ac:chgData name="Van Acker, Sander (Styrka)" userId="13b9b8ff-1b62-44bb-acec-81e4529ab056" providerId="ADAL" clId="{EB4F68C7-243A-4C60-92A4-4059360D382F}" dt="2026-06-01T09:21:58.878" v="1020" actId="478"/>
          <ac:spMkLst>
            <pc:docMk/>
            <pc:sldMk cId="875931991" sldId="259"/>
            <ac:spMk id="28" creationId="{AA64B81A-BA0D-41D1-8673-12728F5273E9}"/>
          </ac:spMkLst>
        </pc:spChg>
        <pc:spChg chg="mod">
          <ac:chgData name="Van Acker, Sander (Styrka)" userId="13b9b8ff-1b62-44bb-acec-81e4529ab056" providerId="ADAL" clId="{EB4F68C7-243A-4C60-92A4-4059360D382F}" dt="2026-06-01T09:10:11.061" v="505" actId="1076"/>
          <ac:spMkLst>
            <pc:docMk/>
            <pc:sldMk cId="875931991" sldId="259"/>
            <ac:spMk id="29" creationId="{91505721-4D4C-4DCD-971F-0F88BB3AA2B7}"/>
          </ac:spMkLst>
        </pc:spChg>
      </pc:sldChg>
      <pc:sldChg chg="addSp delSp modSp mod">
        <pc:chgData name="Van Acker, Sander (Styrka)" userId="13b9b8ff-1b62-44bb-acec-81e4529ab056" providerId="ADAL" clId="{EB4F68C7-243A-4C60-92A4-4059360D382F}" dt="2026-06-01T09:35:36.147" v="1097"/>
        <pc:sldMkLst>
          <pc:docMk/>
          <pc:sldMk cId="1742719818" sldId="260"/>
        </pc:sldMkLst>
        <pc:spChg chg="mod">
          <ac:chgData name="Van Acker, Sander (Styrka)" userId="13b9b8ff-1b62-44bb-acec-81e4529ab056" providerId="ADAL" clId="{EB4F68C7-243A-4C60-92A4-4059360D382F}" dt="2026-06-01T09:22:26.405" v="1023" actId="14100"/>
          <ac:spMkLst>
            <pc:docMk/>
            <pc:sldMk cId="1742719818" sldId="260"/>
            <ac:spMk id="7" creationId="{EE515CBB-7F86-4AF4-9696-504FC302FE68}"/>
          </ac:spMkLst>
        </pc:spChg>
        <pc:spChg chg="mod">
          <ac:chgData name="Van Acker, Sander (Styrka)" userId="13b9b8ff-1b62-44bb-acec-81e4529ab056" providerId="ADAL" clId="{EB4F68C7-243A-4C60-92A4-4059360D382F}" dt="2026-06-01T09:22:44.053" v="1027" actId="14100"/>
          <ac:spMkLst>
            <pc:docMk/>
            <pc:sldMk cId="1742719818" sldId="260"/>
            <ac:spMk id="10" creationId="{7BD8FC4F-BBD1-4E63-8E4F-1A8227203252}"/>
          </ac:spMkLst>
        </pc:spChg>
        <pc:spChg chg="mod">
          <ac:chgData name="Van Acker, Sander (Styrka)" userId="13b9b8ff-1b62-44bb-acec-81e4529ab056" providerId="ADAL" clId="{EB4F68C7-243A-4C60-92A4-4059360D382F}" dt="2026-06-01T09:22:40.040" v="1026" actId="14100"/>
          <ac:spMkLst>
            <pc:docMk/>
            <pc:sldMk cId="1742719818" sldId="260"/>
            <ac:spMk id="11" creationId="{4901316E-E55E-4C93-A6DB-C7743F4F5DA1}"/>
          </ac:spMkLst>
        </pc:spChg>
        <pc:spChg chg="mod">
          <ac:chgData name="Van Acker, Sander (Styrka)" userId="13b9b8ff-1b62-44bb-acec-81e4529ab056" providerId="ADAL" clId="{EB4F68C7-243A-4C60-92A4-4059360D382F}" dt="2026-06-01T09:22:36.404" v="1025" actId="14100"/>
          <ac:spMkLst>
            <pc:docMk/>
            <pc:sldMk cId="1742719818" sldId="260"/>
            <ac:spMk id="14" creationId="{6A7FCDBD-8DAD-4FBD-B2BD-2E7E9D8CA14C}"/>
          </ac:spMkLst>
        </pc:spChg>
        <pc:spChg chg="mod">
          <ac:chgData name="Van Acker, Sander (Styrka)" userId="13b9b8ff-1b62-44bb-acec-81e4529ab056" providerId="ADAL" clId="{EB4F68C7-243A-4C60-92A4-4059360D382F}" dt="2026-06-01T09:22:53.740" v="1029" actId="14100"/>
          <ac:spMkLst>
            <pc:docMk/>
            <pc:sldMk cId="1742719818" sldId="260"/>
            <ac:spMk id="15" creationId="{609AB79D-6162-400E-9721-EB7878E16F7C}"/>
          </ac:spMkLst>
        </pc:spChg>
        <pc:spChg chg="mod">
          <ac:chgData name="Van Acker, Sander (Styrka)" userId="13b9b8ff-1b62-44bb-acec-81e4529ab056" providerId="ADAL" clId="{EB4F68C7-243A-4C60-92A4-4059360D382F}" dt="2026-06-01T09:22:47.866" v="1028" actId="14100"/>
          <ac:spMkLst>
            <pc:docMk/>
            <pc:sldMk cId="1742719818" sldId="260"/>
            <ac:spMk id="18" creationId="{1F63FC80-2CC6-4F8D-AC93-40A1B6576F5C}"/>
          </ac:spMkLst>
        </pc:spChg>
        <pc:spChg chg="del">
          <ac:chgData name="Van Acker, Sander (Styrka)" userId="13b9b8ff-1b62-44bb-acec-81e4529ab056" providerId="ADAL" clId="{EB4F68C7-243A-4C60-92A4-4059360D382F}" dt="2026-06-01T09:22:17.684" v="1022" actId="478"/>
          <ac:spMkLst>
            <pc:docMk/>
            <pc:sldMk cId="1742719818" sldId="260"/>
            <ac:spMk id="19" creationId="{1FD55CBD-B6BB-4AF2-8F16-982676A44EFF}"/>
          </ac:spMkLst>
        </pc:spChg>
        <pc:spChg chg="del">
          <ac:chgData name="Van Acker, Sander (Styrka)" userId="13b9b8ff-1b62-44bb-acec-81e4529ab056" providerId="ADAL" clId="{EB4F68C7-243A-4C60-92A4-4059360D382F}" dt="2026-06-01T09:22:05.193" v="1021" actId="478"/>
          <ac:spMkLst>
            <pc:docMk/>
            <pc:sldMk cId="1742719818" sldId="260"/>
            <ac:spMk id="20" creationId="{FF74A818-6C02-4582-9ADC-0FF4837429E7}"/>
          </ac:spMkLst>
        </pc:spChg>
        <pc:spChg chg="add mod">
          <ac:chgData name="Van Acker, Sander (Styrka)" userId="13b9b8ff-1b62-44bb-acec-81e4529ab056" providerId="ADAL" clId="{EB4F68C7-243A-4C60-92A4-4059360D382F}" dt="2026-06-01T09:28:24.346" v="1093" actId="14100"/>
          <ac:spMkLst>
            <pc:docMk/>
            <pc:sldMk cId="1742719818" sldId="260"/>
            <ac:spMk id="22" creationId="{097A3815-5643-C7EB-5D53-D5968A46150D}"/>
          </ac:spMkLst>
        </pc:spChg>
        <pc:spChg chg="add mod">
          <ac:chgData name="Van Acker, Sander (Styrka)" userId="13b9b8ff-1b62-44bb-acec-81e4529ab056" providerId="ADAL" clId="{EB4F68C7-243A-4C60-92A4-4059360D382F}" dt="2026-06-01T09:35:36.147" v="1097"/>
          <ac:spMkLst>
            <pc:docMk/>
            <pc:sldMk cId="1742719818" sldId="260"/>
            <ac:spMk id="23" creationId="{270F86ED-74E2-5EEB-63B3-A6F33E98C800}"/>
          </ac:spMkLst>
        </pc:spChg>
        <pc:picChg chg="add mod">
          <ac:chgData name="Van Acker, Sander (Styrka)" userId="13b9b8ff-1b62-44bb-acec-81e4529ab056" providerId="ADAL" clId="{EB4F68C7-243A-4C60-92A4-4059360D382F}" dt="2026-06-01T09:28:39.140" v="1095" actId="1076"/>
          <ac:picMkLst>
            <pc:docMk/>
            <pc:sldMk cId="1742719818" sldId="260"/>
            <ac:picMk id="25" creationId="{CF545857-4A7F-241B-A504-F04F0FAF0AA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nder-van-acker-6548a0144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SanderVanAcker2/ITPCO/blob/main/Dossier_ITPCO_-_25-26.doc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">
            <a:extLst>
              <a:ext uri="{FF2B5EF4-FFF2-40B4-BE49-F238E27FC236}">
                <a16:creationId xmlns:a16="http://schemas.microsoft.com/office/drawing/2014/main" id="{8FEC75D8-02F6-412F-B719-B3E423AC7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" name="top-bar">
            <a:extLst>
              <a:ext uri="{FF2B5EF4-FFF2-40B4-BE49-F238E27FC236}">
                <a16:creationId xmlns:a16="http://schemas.microsoft.com/office/drawing/2014/main" id="{EB6A939A-0DB2-4E1C-95CE-5FD894F361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BA94B74F-2B37-498D-866C-AC6809CF1AE8}"/>
              </a:ext>
            </a:extLst>
          </p:cNvPr>
          <p:cNvSpPr>
            <a:spLocks noGrp="1"/>
          </p:cNvSpPr>
          <p:nvPr/>
        </p:nvSpPr>
        <p:spPr>
          <a:xfrm>
            <a:off x="438150" y="704850"/>
            <a:ext cx="1131570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ACB4534-68FB-49B6-9936-3A8F9C9B512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095500" cy="2476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MONDELINGE TOELICHTING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DA69C98-15E4-48B4-94E5-69AFAA685B73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8001000" cy="5143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lang="nl-BE" sz="2250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Presentatie IT Professional </a:t>
            </a:r>
            <a:r>
              <a:rPr lang="nl-BE" sz="2250" b="1" dirty="0" err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and</a:t>
            </a:r>
            <a:r>
              <a:rPr lang="nl-BE" sz="2250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nl-BE" sz="2250" b="1" dirty="0" err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Carreer</a:t>
            </a:r>
            <a:r>
              <a:rPr lang="nl-BE" sz="2250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nl-BE" sz="2250" b="1" dirty="0" err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Orientation</a:t>
            </a:r>
            <a:endParaRPr sz="2250" b="1" dirty="0">
              <a:solidFill>
                <a:srgbClr val="17171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5DC14CFC-7C4C-4F50-80CE-22BD9901EDC9}"/>
              </a:ext>
            </a:extLst>
          </p:cNvPr>
          <p:cNvSpPr>
            <a:spLocks noGrp="1"/>
          </p:cNvSpPr>
          <p:nvPr/>
        </p:nvSpPr>
        <p:spPr>
          <a:xfrm>
            <a:off x="10477500" y="285750"/>
            <a:ext cx="12382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B5B"/>
                </a:solidFill>
                <a:latin typeface="Aptos"/>
                <a:ea typeface="Aptos"/>
                <a:cs typeface="Aptos"/>
              </a:rPr>
              <a:t>POP2 / 1/5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1CCBD1F8-14F8-405D-9386-DCDFBE7E2936}"/>
              </a:ext>
            </a:extLst>
          </p:cNvPr>
          <p:cNvSpPr>
            <a:spLocks noGrp="1"/>
          </p:cNvSpPr>
          <p:nvPr/>
        </p:nvSpPr>
        <p:spPr>
          <a:xfrm>
            <a:off x="457200" y="1485900"/>
            <a:ext cx="4476750" cy="4000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Sander Van Acker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D000494-943A-4B8E-9D7C-917CB354AD7C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666750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B5B5B"/>
                </a:solidFill>
                <a:latin typeface="Aptos"/>
                <a:ea typeface="Aptos"/>
                <a:cs typeface="Aptos"/>
              </a:rPr>
              <a:t>Campus Gent </a:t>
            </a:r>
            <a:r>
              <a:rPr sz="1200" b="0" dirty="0" err="1">
                <a:solidFill>
                  <a:srgbClr val="5B5B5B"/>
                </a:solidFill>
                <a:latin typeface="Aptos"/>
                <a:ea typeface="Aptos"/>
                <a:cs typeface="Aptos"/>
              </a:rPr>
              <a:t>Schoonmeersen</a:t>
            </a:r>
            <a:r>
              <a:rPr sz="1200" b="0" dirty="0">
                <a:solidFill>
                  <a:srgbClr val="5B5B5B"/>
                </a:solidFill>
                <a:latin typeface="Aptos"/>
                <a:ea typeface="Aptos"/>
                <a:cs typeface="Aptos"/>
              </a:rPr>
              <a:t> • </a:t>
            </a:r>
            <a:r>
              <a:rPr sz="1200" b="0" dirty="0" err="1">
                <a:solidFill>
                  <a:srgbClr val="5B5B5B"/>
                </a:solidFill>
                <a:latin typeface="Aptos"/>
                <a:ea typeface="Aptos"/>
                <a:cs typeface="Aptos"/>
              </a:rPr>
              <a:t>Klasgroep</a:t>
            </a:r>
            <a:r>
              <a:rPr sz="1200" b="0" dirty="0">
                <a:solidFill>
                  <a:srgbClr val="5B5B5B"/>
                </a:solidFill>
                <a:latin typeface="Aptos"/>
                <a:ea typeface="Aptos"/>
                <a:cs typeface="Aptos"/>
              </a:rPr>
              <a:t> ITAO • POP2-eindgesprek 2025-2026</a:t>
            </a:r>
          </a:p>
        </p:txBody>
      </p:sp>
      <p:sp>
        <p:nvSpPr>
          <p:cNvPr id="9" name="Wat ik toon-card">
            <a:extLst>
              <a:ext uri="{FF2B5EF4-FFF2-40B4-BE49-F238E27FC236}">
                <a16:creationId xmlns:a16="http://schemas.microsoft.com/office/drawing/2014/main" id="{BB0D4F4F-3048-4175-8B06-3861CC167FA9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3333750" cy="27241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6C84838-048E-47AD-9EEE-8394CD67FD8A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3333750" cy="571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5CB5CCF6-FAD8-4DF4-B73A-2ECC17D3B556}"/>
              </a:ext>
            </a:extLst>
          </p:cNvPr>
          <p:cNvSpPr>
            <a:spLocks noGrp="1"/>
          </p:cNvSpPr>
          <p:nvPr/>
        </p:nvSpPr>
        <p:spPr>
          <a:xfrm>
            <a:off x="628650" y="2743200"/>
            <a:ext cx="29908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Wat </a:t>
            </a:r>
            <a:r>
              <a:rPr sz="1575" b="1" dirty="0" err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ik</a:t>
            </a:r>
            <a:r>
              <a:rPr sz="1575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 toon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DCB53B3-80B5-4FAA-919C-5268207D7C51}"/>
              </a:ext>
            </a:extLst>
          </p:cNvPr>
          <p:cNvSpPr>
            <a:spLocks noGrp="1"/>
          </p:cNvSpPr>
          <p:nvPr/>
        </p:nvSpPr>
        <p:spPr>
          <a:xfrm>
            <a:off x="647700" y="3086100"/>
            <a:ext cx="2990850" cy="203835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Wie ben ik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Wat kan ik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Wat wil ik</a:t>
            </a:r>
            <a:br>
              <a:rPr lang="nl-BE" sz="1125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</a:br>
            <a:endParaRPr sz="1125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Mijn rode draad-card">
            <a:extLst>
              <a:ext uri="{FF2B5EF4-FFF2-40B4-BE49-F238E27FC236}">
                <a16:creationId xmlns:a16="http://schemas.microsoft.com/office/drawing/2014/main" id="{1B4FB6D5-9BA0-4FB8-A10C-8ACFD2D4D150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3333750" cy="27241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5AC1E7B-735A-4603-B0B5-0326A9D1058F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3333750" cy="57150"/>
          </a:xfrm>
          <a:prstGeom prst="rect">
            <a:avLst/>
          </a:prstGeom>
          <a:solidFill>
            <a:srgbClr val="4A9FC8"/>
          </a:solidFill>
          <a:ln w="0">
            <a:solidFill>
              <a:srgbClr val="4A9FC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CA025BC4-9245-469E-BE5D-BDA25C098D4F}"/>
              </a:ext>
            </a:extLst>
          </p:cNvPr>
          <p:cNvSpPr>
            <a:spLocks noGrp="1"/>
          </p:cNvSpPr>
          <p:nvPr/>
        </p:nvSpPr>
        <p:spPr>
          <a:xfrm>
            <a:off x="4248150" y="2743200"/>
            <a:ext cx="29908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lang="nl-BE" sz="1575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Huidige situatie</a:t>
            </a:r>
            <a:endParaRPr sz="1575" b="1" dirty="0">
              <a:solidFill>
                <a:srgbClr val="17171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9FDB3C27-FD2E-410B-B8ED-E8011E2B299C}"/>
              </a:ext>
            </a:extLst>
          </p:cNvPr>
          <p:cNvSpPr>
            <a:spLocks noGrp="1"/>
          </p:cNvSpPr>
          <p:nvPr/>
        </p:nvSpPr>
        <p:spPr>
          <a:xfrm>
            <a:off x="4267200" y="3124200"/>
            <a:ext cx="2990850" cy="203835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Werkstudent Afstandsonderwijs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MFC </a:t>
            </a:r>
            <a:r>
              <a:rPr lang="nl-BE" sz="20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Styrka</a:t>
            </a:r>
            <a:endParaRPr lang="nl-BE" sz="200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Graduaat systeem en netwerk beheer</a:t>
            </a:r>
            <a:endParaRPr sz="20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4549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">
            <a:extLst>
              <a:ext uri="{FF2B5EF4-FFF2-40B4-BE49-F238E27FC236}">
                <a16:creationId xmlns:a16="http://schemas.microsoft.com/office/drawing/2014/main" id="{CD2C4D21-82C8-4C5D-9781-7596DA386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" name="top-bar">
            <a:extLst>
              <a:ext uri="{FF2B5EF4-FFF2-40B4-BE49-F238E27FC236}">
                <a16:creationId xmlns:a16="http://schemas.microsoft.com/office/drawing/2014/main" id="{035DD697-0313-48B3-9780-6645A43ABD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393A6109-DB53-4D0E-9476-9A48F41520F1}"/>
              </a:ext>
            </a:extLst>
          </p:cNvPr>
          <p:cNvSpPr>
            <a:spLocks noGrp="1"/>
          </p:cNvSpPr>
          <p:nvPr/>
        </p:nvSpPr>
        <p:spPr>
          <a:xfrm>
            <a:off x="438150" y="704850"/>
            <a:ext cx="1131570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BE12EE7-0105-4FE5-A038-C15CD1F86D8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095500" cy="2476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IDENTITEIT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A0D2E09-8240-49A7-8B36-5EC260BD51A5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8001000" cy="5143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Wie ben ik, wat kan ik en wat wil ik?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91E5280-4807-4E07-B749-EA903025803D}"/>
              </a:ext>
            </a:extLst>
          </p:cNvPr>
          <p:cNvSpPr>
            <a:spLocks noGrp="1"/>
          </p:cNvSpPr>
          <p:nvPr/>
        </p:nvSpPr>
        <p:spPr>
          <a:xfrm>
            <a:off x="10477500" y="285750"/>
            <a:ext cx="12382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B5B"/>
                </a:solidFill>
                <a:latin typeface="Aptos"/>
                <a:ea typeface="Aptos"/>
                <a:cs typeface="Aptos"/>
              </a:rPr>
              <a:t>POP2 / 2/5</a:t>
            </a:r>
          </a:p>
        </p:txBody>
      </p:sp>
      <p:sp>
        <p:nvSpPr>
          <p:cNvPr id="7" name="Wie ben ik?-card">
            <a:extLst>
              <a:ext uri="{FF2B5EF4-FFF2-40B4-BE49-F238E27FC236}">
                <a16:creationId xmlns:a16="http://schemas.microsoft.com/office/drawing/2014/main" id="{E0D41EF7-90D9-4C77-8286-AEC6A842B454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524250" cy="438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D7F0F3AE-BA66-4FFA-A09E-C51EA89E7B97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524250" cy="571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18C0EF3-74A7-43AA-83F7-78C1C6256401}"/>
              </a:ext>
            </a:extLst>
          </p:cNvPr>
          <p:cNvSpPr>
            <a:spLocks noGrp="1"/>
          </p:cNvSpPr>
          <p:nvPr/>
        </p:nvSpPr>
        <p:spPr>
          <a:xfrm>
            <a:off x="628650" y="16002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Wie ben ik?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1A360C3-6C52-4C89-AD16-413F09B94E97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3181350" cy="3695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Big 5:</a:t>
            </a:r>
            <a:b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</a:b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  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Openheid: 51</a:t>
            </a:r>
          </a:p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          Gewetensvolheid: 12</a:t>
            </a:r>
          </a:p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          Extra Versie: 25</a:t>
            </a:r>
          </a:p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          Meegaandheid: 77</a:t>
            </a:r>
          </a:p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          Natuurlijke reacties: 23</a:t>
            </a:r>
          </a:p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endParaRPr lang="nl-BE" sz="1400" b="1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Levensmotto: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Wie je morgen bent, creëer je vandaag, met de som van gisteren</a:t>
            </a:r>
            <a:endParaRPr lang="nl-BE" sz="14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endParaRPr sz="12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Wat kan ik?-card">
            <a:extLst>
              <a:ext uri="{FF2B5EF4-FFF2-40B4-BE49-F238E27FC236}">
                <a16:creationId xmlns:a16="http://schemas.microsoft.com/office/drawing/2014/main" id="{78C79D3E-6063-423F-A41F-23C7C47C81EA}"/>
              </a:ext>
            </a:extLst>
          </p:cNvPr>
          <p:cNvSpPr>
            <a:spLocks noGrp="1"/>
          </p:cNvSpPr>
          <p:nvPr/>
        </p:nvSpPr>
        <p:spPr>
          <a:xfrm>
            <a:off x="4333875" y="1428750"/>
            <a:ext cx="3524250" cy="438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A767B5D-D71A-4C68-AFE8-6A621D9D85F6}"/>
              </a:ext>
            </a:extLst>
          </p:cNvPr>
          <p:cNvSpPr>
            <a:spLocks noGrp="1"/>
          </p:cNvSpPr>
          <p:nvPr/>
        </p:nvSpPr>
        <p:spPr>
          <a:xfrm>
            <a:off x="4333875" y="1428750"/>
            <a:ext cx="3524250" cy="57150"/>
          </a:xfrm>
          <a:prstGeom prst="rect">
            <a:avLst/>
          </a:prstGeom>
          <a:solidFill>
            <a:srgbClr val="4A9FC8"/>
          </a:solidFill>
          <a:ln w="0">
            <a:solidFill>
              <a:srgbClr val="4A9FC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0117D4F0-D8FB-4456-A417-103F5760CEFA}"/>
              </a:ext>
            </a:extLst>
          </p:cNvPr>
          <p:cNvSpPr>
            <a:spLocks noGrp="1"/>
          </p:cNvSpPr>
          <p:nvPr/>
        </p:nvSpPr>
        <p:spPr>
          <a:xfrm>
            <a:off x="4505325" y="16002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Wat kan ik?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0C4AFD32-AB90-453E-9873-828CC360ED59}"/>
              </a:ext>
            </a:extLst>
          </p:cNvPr>
          <p:cNvSpPr>
            <a:spLocks noGrp="1"/>
          </p:cNvSpPr>
          <p:nvPr/>
        </p:nvSpPr>
        <p:spPr>
          <a:xfrm>
            <a:off x="4505325" y="1981200"/>
            <a:ext cx="3181350" cy="3695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Generieke</a:t>
            </a:r>
            <a:r>
              <a:rPr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competenties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kritisch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denken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,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interpersoonlijke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vaardigheden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,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besluitvorming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problemen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oplossen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zelfstandig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werken</a:t>
            </a:r>
            <a:endParaRPr lang="nl-BE" sz="140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Jobspecifiek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IT-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infrastructuur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, databases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en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SQL, IT-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ontwikkeling</a:t>
            </a:r>
            <a:endParaRPr lang="nl-BE" sz="14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Werkpunten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Communicatief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groeiwerk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zelfzekerder</a:t>
            </a:r>
            <a:r>
              <a:rPr sz="14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spreken</a:t>
            </a:r>
            <a:endParaRPr sz="14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Wat wil ik?-card">
            <a:extLst>
              <a:ext uri="{FF2B5EF4-FFF2-40B4-BE49-F238E27FC236}">
                <a16:creationId xmlns:a16="http://schemas.microsoft.com/office/drawing/2014/main" id="{ABA83C29-E3D2-4D98-AB68-3A72C03BAF3B}"/>
              </a:ext>
            </a:extLst>
          </p:cNvPr>
          <p:cNvSpPr>
            <a:spLocks noGrp="1"/>
          </p:cNvSpPr>
          <p:nvPr/>
        </p:nvSpPr>
        <p:spPr>
          <a:xfrm>
            <a:off x="8210550" y="1428750"/>
            <a:ext cx="3524250" cy="438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906F029E-9153-48B2-A4DF-3EE05CFAF51A}"/>
              </a:ext>
            </a:extLst>
          </p:cNvPr>
          <p:cNvSpPr>
            <a:spLocks noGrp="1"/>
          </p:cNvSpPr>
          <p:nvPr/>
        </p:nvSpPr>
        <p:spPr>
          <a:xfrm>
            <a:off x="8210550" y="1428750"/>
            <a:ext cx="3524250" cy="57150"/>
          </a:xfrm>
          <a:prstGeom prst="rect">
            <a:avLst/>
          </a:prstGeom>
          <a:solidFill>
            <a:srgbClr val="E2C43A"/>
          </a:solidFill>
          <a:ln w="0">
            <a:solidFill>
              <a:srgbClr val="E2C43A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3224843-50AA-4A1A-B881-D864A3BB51B7}"/>
              </a:ext>
            </a:extLst>
          </p:cNvPr>
          <p:cNvSpPr>
            <a:spLocks noGrp="1"/>
          </p:cNvSpPr>
          <p:nvPr/>
        </p:nvSpPr>
        <p:spPr>
          <a:xfrm>
            <a:off x="8382000" y="16002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Wat wil ik?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B19A8C1E-BD19-468A-B351-FE912522B231}"/>
              </a:ext>
            </a:extLst>
          </p:cNvPr>
          <p:cNvSpPr>
            <a:spLocks noGrp="1"/>
          </p:cNvSpPr>
          <p:nvPr/>
        </p:nvSpPr>
        <p:spPr>
          <a:xfrm>
            <a:off x="8382000" y="1981200"/>
            <a:ext cx="3181350" cy="3695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Ankers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normen en waarden, zekerheid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Minst sterke anker: 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creativiteit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endParaRPr lang="nl-BE" sz="140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Interesses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conventioneel, sociaal, realistisch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400" b="1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Werkwaarden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: autonomie, sociale bijdrage, </a:t>
            </a:r>
            <a:r>
              <a:rPr lang="nl-BE" sz="14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work</a:t>
            </a:r>
            <a:r>
              <a:rPr lang="nl-BE" sz="14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-life balans</a:t>
            </a:r>
          </a:p>
        </p:txBody>
      </p:sp>
    </p:spTree>
    <p:extLst>
      <p:ext uri="{BB962C8B-B14F-4D97-AF65-F5344CB8AC3E}">
        <p14:creationId xmlns:p14="http://schemas.microsoft.com/office/powerpoint/2010/main" val="177131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">
            <a:extLst>
              <a:ext uri="{FF2B5EF4-FFF2-40B4-BE49-F238E27FC236}">
                <a16:creationId xmlns:a16="http://schemas.microsoft.com/office/drawing/2014/main" id="{690B671E-FA72-439A-B666-231FFCD7A9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" name="top-bar">
            <a:extLst>
              <a:ext uri="{FF2B5EF4-FFF2-40B4-BE49-F238E27FC236}">
                <a16:creationId xmlns:a16="http://schemas.microsoft.com/office/drawing/2014/main" id="{27D54D4D-674E-4DB1-927E-8DBBB4B7E7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FD09B2F7-605E-4B3C-8B8D-5332798855C1}"/>
              </a:ext>
            </a:extLst>
          </p:cNvPr>
          <p:cNvSpPr>
            <a:spLocks noGrp="1"/>
          </p:cNvSpPr>
          <p:nvPr/>
        </p:nvSpPr>
        <p:spPr>
          <a:xfrm>
            <a:off x="438150" y="704850"/>
            <a:ext cx="1131570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E9D01EE-B61F-41EA-BEBB-9CB71AB6FAB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095500" cy="2476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BREDE VORMING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52175D68-9710-487B-A0A0-9D601FCBB0F6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8001000" cy="5143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Ondernemend, maatschappelijk en intercultureel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2C2835B-2D7A-4C6C-AF8A-9D3B9263D7FD}"/>
              </a:ext>
            </a:extLst>
          </p:cNvPr>
          <p:cNvSpPr>
            <a:spLocks noGrp="1"/>
          </p:cNvSpPr>
          <p:nvPr/>
        </p:nvSpPr>
        <p:spPr>
          <a:xfrm>
            <a:off x="10477500" y="285750"/>
            <a:ext cx="12382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B5B"/>
                </a:solidFill>
                <a:latin typeface="Aptos"/>
                <a:ea typeface="Aptos"/>
                <a:cs typeface="Aptos"/>
              </a:rPr>
              <a:t>POP2 / 3/5</a:t>
            </a:r>
          </a:p>
        </p:txBody>
      </p:sp>
      <p:sp>
        <p:nvSpPr>
          <p:cNvPr id="7" name="Hoe ondernemend ben ik?-card">
            <a:extLst>
              <a:ext uri="{FF2B5EF4-FFF2-40B4-BE49-F238E27FC236}">
                <a16:creationId xmlns:a16="http://schemas.microsoft.com/office/drawing/2014/main" id="{B579808D-79D1-44A6-A4F2-12C8651D5BA2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3524250" cy="40957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F799AB6C-A7BF-4CE7-AB6D-F68ECAA8121A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3524250" cy="57150"/>
          </a:xfrm>
          <a:prstGeom prst="rect">
            <a:avLst/>
          </a:prstGeom>
          <a:solidFill>
            <a:srgbClr val="4A9FC8"/>
          </a:solidFill>
          <a:ln w="0">
            <a:solidFill>
              <a:srgbClr val="4A9FC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115A809-C964-4B71-957D-2F1CB4348331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lang="nl-BE" sz="2000" b="1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Ondernemen</a:t>
            </a:r>
          </a:p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endParaRPr lang="nl-BE" sz="2000" b="1" dirty="0">
              <a:solidFill>
                <a:srgbClr val="171717"/>
              </a:solidFill>
              <a:latin typeface="Aptos Display"/>
              <a:ea typeface="Aptos Display"/>
              <a:cs typeface="Aptos Display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lang="nl-BE" sz="2000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Opleiding terug gestart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lang="nl-BE" sz="2000" dirty="0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Kleine projecten gestart</a:t>
            </a:r>
          </a:p>
        </p:txBody>
      </p:sp>
      <p:sp>
        <p:nvSpPr>
          <p:cNvPr id="11" name="Maatschappij en IT-card">
            <a:extLst>
              <a:ext uri="{FF2B5EF4-FFF2-40B4-BE49-F238E27FC236}">
                <a16:creationId xmlns:a16="http://schemas.microsoft.com/office/drawing/2014/main" id="{461324AE-A5DA-432E-A3DD-BEF44DD15C1B}"/>
              </a:ext>
            </a:extLst>
          </p:cNvPr>
          <p:cNvSpPr>
            <a:spLocks noGrp="1"/>
          </p:cNvSpPr>
          <p:nvPr/>
        </p:nvSpPr>
        <p:spPr>
          <a:xfrm>
            <a:off x="4333875" y="1466850"/>
            <a:ext cx="3524250" cy="40957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D534B97D-A26F-4B8B-BEEA-EA24C550ADE2}"/>
              </a:ext>
            </a:extLst>
          </p:cNvPr>
          <p:cNvSpPr>
            <a:spLocks noGrp="1"/>
          </p:cNvSpPr>
          <p:nvPr/>
        </p:nvSpPr>
        <p:spPr>
          <a:xfrm>
            <a:off x="4333875" y="1466850"/>
            <a:ext cx="3524250" cy="57150"/>
          </a:xfrm>
          <a:prstGeom prst="rect">
            <a:avLst/>
          </a:prstGeom>
          <a:solidFill>
            <a:srgbClr val="7AA95C"/>
          </a:solidFill>
          <a:ln w="0">
            <a:solidFill>
              <a:srgbClr val="7AA95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116A1A98-1C4C-42AF-9C5C-01E6F022CE0C}"/>
              </a:ext>
            </a:extLst>
          </p:cNvPr>
          <p:cNvSpPr>
            <a:spLocks noGrp="1"/>
          </p:cNvSpPr>
          <p:nvPr/>
        </p:nvSpPr>
        <p:spPr>
          <a:xfrm>
            <a:off x="4505325" y="16383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Maatschappij en IT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752BAC94-370A-4007-B5CD-6E664F4B2EF9}"/>
              </a:ext>
            </a:extLst>
          </p:cNvPr>
          <p:cNvSpPr>
            <a:spLocks noGrp="1"/>
          </p:cNvSpPr>
          <p:nvPr/>
        </p:nvSpPr>
        <p:spPr>
          <a:xfrm>
            <a:off x="4505325" y="2019300"/>
            <a:ext cx="3181350" cy="340995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Maatschappelijk relevante job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Minder </a:t>
            </a:r>
            <a:r>
              <a:rPr lang="nl-BE" sz="20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self-centred</a:t>
            </a: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maatschappij</a:t>
            </a:r>
            <a:endParaRPr sz="20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Interculturele ervaring-card">
            <a:extLst>
              <a:ext uri="{FF2B5EF4-FFF2-40B4-BE49-F238E27FC236}">
                <a16:creationId xmlns:a16="http://schemas.microsoft.com/office/drawing/2014/main" id="{3069ACAF-7C07-44EE-B88F-881C76E075C0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524250" cy="40957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B3BA6EA3-F670-4445-A983-923B17CA0367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524250" cy="57150"/>
          </a:xfrm>
          <a:prstGeom prst="rect">
            <a:avLst/>
          </a:prstGeom>
          <a:solidFill>
            <a:srgbClr val="E2C43A"/>
          </a:solidFill>
          <a:ln w="0">
            <a:solidFill>
              <a:srgbClr val="E2C43A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3E3A1363-27BF-461B-A2E0-016A03DA6CFA}"/>
              </a:ext>
            </a:extLst>
          </p:cNvPr>
          <p:cNvSpPr>
            <a:spLocks noGrp="1"/>
          </p:cNvSpPr>
          <p:nvPr/>
        </p:nvSpPr>
        <p:spPr>
          <a:xfrm>
            <a:off x="8382000" y="1638300"/>
            <a:ext cx="318135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Interculturele ervaring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F28E08C-359F-4879-9655-D18FC104B5C0}"/>
              </a:ext>
            </a:extLst>
          </p:cNvPr>
          <p:cNvSpPr>
            <a:spLocks noGrp="1"/>
          </p:cNvSpPr>
          <p:nvPr/>
        </p:nvSpPr>
        <p:spPr>
          <a:xfrm>
            <a:off x="8382000" y="2019300"/>
            <a:ext cx="3181350" cy="340995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Geen buitenlandse ambities</a:t>
            </a:r>
            <a:endParaRPr sz="20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8635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">
            <a:extLst>
              <a:ext uri="{FF2B5EF4-FFF2-40B4-BE49-F238E27FC236}">
                <a16:creationId xmlns:a16="http://schemas.microsoft.com/office/drawing/2014/main" id="{91505721-4D4C-4DCD-971F-0F88BB3AA2B7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68580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" name="top-bar">
            <a:extLst>
              <a:ext uri="{FF2B5EF4-FFF2-40B4-BE49-F238E27FC236}">
                <a16:creationId xmlns:a16="http://schemas.microsoft.com/office/drawing/2014/main" id="{4F3E5674-CD9B-4686-8D85-C4170636E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D232954E-1892-4850-A827-1564F7E9C05F}"/>
              </a:ext>
            </a:extLst>
          </p:cNvPr>
          <p:cNvSpPr>
            <a:spLocks noGrp="1"/>
          </p:cNvSpPr>
          <p:nvPr/>
        </p:nvSpPr>
        <p:spPr>
          <a:xfrm>
            <a:off x="438150" y="704850"/>
            <a:ext cx="1131570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966B9CC-2D48-4312-B722-66949E5EDED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095500" cy="2476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PROFESSIONELE GROEI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25100C94-667D-4B74-826A-3C4F69362434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8001000" cy="5143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Hoe praktijkervaring mij deed groeien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75161DB-C772-41EC-87D6-8B577146B1C0}"/>
              </a:ext>
            </a:extLst>
          </p:cNvPr>
          <p:cNvSpPr>
            <a:spLocks noGrp="1"/>
          </p:cNvSpPr>
          <p:nvPr/>
        </p:nvSpPr>
        <p:spPr>
          <a:xfrm>
            <a:off x="10477500" y="285750"/>
            <a:ext cx="12382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B5B"/>
                </a:solidFill>
                <a:latin typeface="Aptos"/>
                <a:ea typeface="Aptos"/>
                <a:cs typeface="Aptos"/>
              </a:rPr>
              <a:t>POP2 / 4/5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6F7EFBB-8DC8-4D34-8AE0-B88D07C7FB4E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9144000" cy="38100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BAC82DDE-D01F-4DEF-BE92-93A322E2B853}"/>
              </a:ext>
            </a:extLst>
          </p:cNvPr>
          <p:cNvSpPr>
            <a:spLocks noGrp="1"/>
          </p:cNvSpPr>
          <p:nvPr/>
        </p:nvSpPr>
        <p:spPr>
          <a:xfrm>
            <a:off x="1619250" y="2990850"/>
            <a:ext cx="323850" cy="323850"/>
          </a:xfrm>
          <a:prstGeom prst="ellipse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0977098-A6F0-448A-95F6-ED0A040342FC}"/>
              </a:ext>
            </a:extLst>
          </p:cNvPr>
          <p:cNvSpPr>
            <a:spLocks noGrp="1"/>
          </p:cNvSpPr>
          <p:nvPr/>
        </p:nvSpPr>
        <p:spPr>
          <a:xfrm>
            <a:off x="1428750" y="2571750"/>
            <a:ext cx="7429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Zelfbeeld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F783452-04F5-4A55-AF41-762094AEDAE6}"/>
              </a:ext>
            </a:extLst>
          </p:cNvPr>
          <p:cNvSpPr>
            <a:spLocks noGrp="1"/>
          </p:cNvSpPr>
          <p:nvPr/>
        </p:nvSpPr>
        <p:spPr>
          <a:xfrm>
            <a:off x="1228725" y="3448050"/>
            <a:ext cx="1143000" cy="8191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Ik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kreeg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scherper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zicht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op</a:t>
            </a:r>
            <a:r>
              <a:rPr lang="nl-BE"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wie ik ben. Wat ik </a:t>
            </a:r>
            <a:r>
              <a:rPr lang="nl-BE"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belangerijk</a:t>
            </a:r>
            <a:r>
              <a:rPr lang="nl-BE"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vind en waarom ik werk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CE938F3A-8BDD-4665-8A84-8A0DF4D74E79}"/>
              </a:ext>
            </a:extLst>
          </p:cNvPr>
          <p:cNvSpPr>
            <a:spLocks noGrp="1"/>
          </p:cNvSpPr>
          <p:nvPr/>
        </p:nvSpPr>
        <p:spPr>
          <a:xfrm>
            <a:off x="4476750" y="2990850"/>
            <a:ext cx="323850" cy="323850"/>
          </a:xfrm>
          <a:prstGeom prst="ellipse">
            <a:avLst/>
          </a:prstGeom>
          <a:solidFill>
            <a:srgbClr val="4A9FC8"/>
          </a:solidFill>
          <a:ln w="0">
            <a:solidFill>
              <a:srgbClr val="4A9FC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993ACC2-117B-4616-9E74-77C6D83C2348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7429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Kennis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80DBE646-514C-4AE8-A84D-8D4BFBA107A1}"/>
              </a:ext>
            </a:extLst>
          </p:cNvPr>
          <p:cNvSpPr>
            <a:spLocks noGrp="1"/>
          </p:cNvSpPr>
          <p:nvPr/>
        </p:nvSpPr>
        <p:spPr>
          <a:xfrm>
            <a:off x="4107180" y="3472349"/>
            <a:ext cx="1143000" cy="8191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Technische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kennis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verder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uit</a:t>
            </a:r>
            <a:r>
              <a:rPr lang="nl-BE"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ge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bouw</a:t>
            </a:r>
            <a:r>
              <a:rPr lang="nl-BE"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47A27CE6-DE46-4C16-ADBA-CBCD9FF437E2}"/>
              </a:ext>
            </a:extLst>
          </p:cNvPr>
          <p:cNvSpPr>
            <a:spLocks noGrp="1"/>
          </p:cNvSpPr>
          <p:nvPr/>
        </p:nvSpPr>
        <p:spPr>
          <a:xfrm>
            <a:off x="7334250" y="2990850"/>
            <a:ext cx="323850" cy="323850"/>
          </a:xfrm>
          <a:prstGeom prst="ellipse">
            <a:avLst/>
          </a:prstGeom>
          <a:solidFill>
            <a:srgbClr val="7AA95C"/>
          </a:solidFill>
          <a:ln w="0">
            <a:solidFill>
              <a:srgbClr val="7AA95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B71A5660-FCA8-40DB-8237-5B7476955C63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7429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Gedrag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439D6687-1DFA-4657-B1E3-146FC4757AFF}"/>
              </a:ext>
            </a:extLst>
          </p:cNvPr>
          <p:cNvSpPr>
            <a:spLocks noGrp="1"/>
          </p:cNvSpPr>
          <p:nvPr/>
        </p:nvSpPr>
        <p:spPr>
          <a:xfrm>
            <a:off x="6924675" y="3448050"/>
            <a:ext cx="1143000" cy="8191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Zelfzekerder</a:t>
            </a:r>
            <a:r>
              <a:rPr lang="nl-BE"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geworden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66F8A349-4BD5-4704-8383-2495D4C87941}"/>
              </a:ext>
            </a:extLst>
          </p:cNvPr>
          <p:cNvSpPr>
            <a:spLocks noGrp="1"/>
          </p:cNvSpPr>
          <p:nvPr/>
        </p:nvSpPr>
        <p:spPr>
          <a:xfrm>
            <a:off x="10191750" y="2990850"/>
            <a:ext cx="323850" cy="323850"/>
          </a:xfrm>
          <a:prstGeom prst="ellipse">
            <a:avLst/>
          </a:prstGeom>
          <a:solidFill>
            <a:srgbClr val="E2C43A"/>
          </a:solidFill>
          <a:ln w="0">
            <a:solidFill>
              <a:srgbClr val="E2C43A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DE6FA7B2-BAFF-4C2A-A88C-2BF84F352EDB}"/>
              </a:ext>
            </a:extLst>
          </p:cNvPr>
          <p:cNvSpPr>
            <a:spLocks noGrp="1"/>
          </p:cNvSpPr>
          <p:nvPr/>
        </p:nvSpPr>
        <p:spPr>
          <a:xfrm>
            <a:off x="10001250" y="2571750"/>
            <a:ext cx="7429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Richting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350A4537-AEBB-410C-9560-B83F6058072F}"/>
              </a:ext>
            </a:extLst>
          </p:cNvPr>
          <p:cNvSpPr>
            <a:spLocks noGrp="1"/>
          </p:cNvSpPr>
          <p:nvPr/>
        </p:nvSpPr>
        <p:spPr>
          <a:xfrm>
            <a:off x="9789795" y="3495675"/>
            <a:ext cx="1143000" cy="8191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Bevestiging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dat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vertrouwen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,</a:t>
            </a:r>
          </a:p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verantwoordelijkheid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en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zekerheid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belangrijk</a:t>
            </a:r>
            <a:r>
              <a:rPr sz="105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zijn</a:t>
            </a:r>
            <a:endParaRPr sz="105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Vraag 6-card">
            <a:extLst>
              <a:ext uri="{FF2B5EF4-FFF2-40B4-BE49-F238E27FC236}">
                <a16:creationId xmlns:a16="http://schemas.microsoft.com/office/drawing/2014/main" id="{25E6503F-0182-4877-9AA8-0596C9C57EF8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3333750" cy="112395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 dirty="0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19969B69-BAC4-40EB-A6B5-7BC04B066CF8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3333750" cy="571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B76B896E-972B-450C-822E-DCDFF4BCD209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2990850" cy="43815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Op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welke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manier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heeft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lang="nl-BE"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mij job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mij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doen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groeien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of </a:t>
            </a:r>
            <a:r>
              <a:rPr sz="1600" b="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veranderen</a:t>
            </a:r>
            <a:r>
              <a:rPr sz="16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7593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">
            <a:extLst>
              <a:ext uri="{FF2B5EF4-FFF2-40B4-BE49-F238E27FC236}">
                <a16:creationId xmlns:a16="http://schemas.microsoft.com/office/drawing/2014/main" id="{77A5481D-6607-4EC6-92AA-B8B884616D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" name="top-bar">
            <a:extLst>
              <a:ext uri="{FF2B5EF4-FFF2-40B4-BE49-F238E27FC236}">
                <a16:creationId xmlns:a16="http://schemas.microsoft.com/office/drawing/2014/main" id="{18E9AC64-00E6-4E14-8E17-4D22422D31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C8A94A10-7989-44A7-8204-99E8EF536759}"/>
              </a:ext>
            </a:extLst>
          </p:cNvPr>
          <p:cNvSpPr>
            <a:spLocks noGrp="1"/>
          </p:cNvSpPr>
          <p:nvPr/>
        </p:nvSpPr>
        <p:spPr>
          <a:xfrm>
            <a:off x="438150" y="704850"/>
            <a:ext cx="1131570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27C08938-CB40-4EB6-9AB8-8AAF6B86D99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095500" cy="2476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F3E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3E1E"/>
                </a:solidFill>
                <a:latin typeface="Aptos"/>
                <a:ea typeface="Aptos"/>
                <a:cs typeface="Aptos"/>
              </a:rPr>
              <a:t>CARRIÈREPLAN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904BD64D-96F4-40EC-B390-C640CA97A662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8001000" cy="51435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Waar ik naartoe wil en hoe ik daar geraak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B20366C-6041-4FC6-ACC8-2E4D0A4736D4}"/>
              </a:ext>
            </a:extLst>
          </p:cNvPr>
          <p:cNvSpPr>
            <a:spLocks noGrp="1"/>
          </p:cNvSpPr>
          <p:nvPr/>
        </p:nvSpPr>
        <p:spPr>
          <a:xfrm>
            <a:off x="10477500" y="285750"/>
            <a:ext cx="1238250" cy="228600"/>
          </a:xfrm>
          <a:prstGeom prst="rect">
            <a:avLst/>
          </a:prstGeom>
          <a:solidFill>
            <a:srgbClr val="F8F3EC"/>
          </a:solidFill>
          <a:ln w="0">
            <a:solidFill>
              <a:srgbClr val="F8F3EC"/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B5B"/>
                </a:solidFill>
                <a:latin typeface="Aptos"/>
                <a:ea typeface="Aptos"/>
                <a:cs typeface="Aptos"/>
              </a:rPr>
              <a:t>POP2 / 5/5</a:t>
            </a:r>
          </a:p>
        </p:txBody>
      </p:sp>
      <p:sp>
        <p:nvSpPr>
          <p:cNvPr id="7" name="Korte termijn-card">
            <a:extLst>
              <a:ext uri="{FF2B5EF4-FFF2-40B4-BE49-F238E27FC236}">
                <a16:creationId xmlns:a16="http://schemas.microsoft.com/office/drawing/2014/main" id="{EE515CBB-7F86-4AF4-9696-504FC302FE68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429000" cy="261493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C1AAB93-9449-4CD5-99D6-B88472B71537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429000" cy="57150"/>
          </a:xfrm>
          <a:prstGeom prst="rect">
            <a:avLst/>
          </a:prstGeom>
          <a:solidFill>
            <a:srgbClr val="C95A2D"/>
          </a:solidFill>
          <a:ln w="0">
            <a:solidFill>
              <a:srgbClr val="C95A2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83BADA57-837D-495B-9AFA-44F0E94C4143}"/>
              </a:ext>
            </a:extLst>
          </p:cNvPr>
          <p:cNvSpPr>
            <a:spLocks noGrp="1"/>
          </p:cNvSpPr>
          <p:nvPr/>
        </p:nvSpPr>
        <p:spPr>
          <a:xfrm>
            <a:off x="628650" y="1600200"/>
            <a:ext cx="308610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Korte termijn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BD8FC4F-BBD1-4E63-8E4F-1A8227203252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3086100" cy="185928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Niet veranderen om te veranderen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Interessante uitdaging op komst in huidige job</a:t>
            </a:r>
            <a:endParaRPr lang="nl-BE" sz="20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endParaRPr sz="1125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Middellange termijn-card">
            <a:extLst>
              <a:ext uri="{FF2B5EF4-FFF2-40B4-BE49-F238E27FC236}">
                <a16:creationId xmlns:a16="http://schemas.microsoft.com/office/drawing/2014/main" id="{4901316E-E55E-4C93-A6DB-C7743F4F5DA1}"/>
              </a:ext>
            </a:extLst>
          </p:cNvPr>
          <p:cNvSpPr>
            <a:spLocks noGrp="1"/>
          </p:cNvSpPr>
          <p:nvPr/>
        </p:nvSpPr>
        <p:spPr>
          <a:xfrm>
            <a:off x="4286250" y="1428750"/>
            <a:ext cx="3429000" cy="261493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E7C54B75-7E68-4A1A-BA8F-29B56989516A}"/>
              </a:ext>
            </a:extLst>
          </p:cNvPr>
          <p:cNvSpPr>
            <a:spLocks noGrp="1"/>
          </p:cNvSpPr>
          <p:nvPr/>
        </p:nvSpPr>
        <p:spPr>
          <a:xfrm>
            <a:off x="4286250" y="1428750"/>
            <a:ext cx="3429000" cy="57150"/>
          </a:xfrm>
          <a:prstGeom prst="rect">
            <a:avLst/>
          </a:prstGeom>
          <a:solidFill>
            <a:srgbClr val="4A9FC8"/>
          </a:solidFill>
          <a:ln w="0">
            <a:solidFill>
              <a:srgbClr val="4A9FC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A8960C9-B0C9-4FB7-AF75-D7FFC3DB8767}"/>
              </a:ext>
            </a:extLst>
          </p:cNvPr>
          <p:cNvSpPr>
            <a:spLocks noGrp="1"/>
          </p:cNvSpPr>
          <p:nvPr/>
        </p:nvSpPr>
        <p:spPr>
          <a:xfrm>
            <a:off x="4457700" y="1600200"/>
            <a:ext cx="308610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Middellange termijn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A7FCDBD-8DAD-4FBD-B2BD-2E7E9D8CA14C}"/>
              </a:ext>
            </a:extLst>
          </p:cNvPr>
          <p:cNvSpPr>
            <a:spLocks noGrp="1"/>
          </p:cNvSpPr>
          <p:nvPr/>
        </p:nvSpPr>
        <p:spPr>
          <a:xfrm>
            <a:off x="4457700" y="1981200"/>
            <a:ext cx="3086100" cy="185928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Blijven groeien</a:t>
            </a:r>
            <a:endParaRPr lang="nl-BE" sz="200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b="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Focussen op gezin</a:t>
            </a:r>
            <a:endParaRPr sz="2000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Hoe ik dat bereik-card">
            <a:extLst>
              <a:ext uri="{FF2B5EF4-FFF2-40B4-BE49-F238E27FC236}">
                <a16:creationId xmlns:a16="http://schemas.microsoft.com/office/drawing/2014/main" id="{609AB79D-6162-400E-9721-EB7878E16F7C}"/>
              </a:ext>
            </a:extLst>
          </p:cNvPr>
          <p:cNvSpPr>
            <a:spLocks noGrp="1"/>
          </p:cNvSpPr>
          <p:nvPr/>
        </p:nvSpPr>
        <p:spPr>
          <a:xfrm>
            <a:off x="8115300" y="1428750"/>
            <a:ext cx="3619500" cy="2614930"/>
          </a:xfrm>
          <a:prstGeom prst="rect">
            <a:avLst/>
          </a:prstGeom>
          <a:solidFill>
            <a:srgbClr val="FFFDFC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36B119BC-7CB2-464D-B06D-76C67722F355}"/>
              </a:ext>
            </a:extLst>
          </p:cNvPr>
          <p:cNvSpPr>
            <a:spLocks noGrp="1"/>
          </p:cNvSpPr>
          <p:nvPr/>
        </p:nvSpPr>
        <p:spPr>
          <a:xfrm>
            <a:off x="8115300" y="1428750"/>
            <a:ext cx="3619500" cy="57150"/>
          </a:xfrm>
          <a:prstGeom prst="rect">
            <a:avLst/>
          </a:prstGeom>
          <a:solidFill>
            <a:srgbClr val="7AA95C"/>
          </a:solidFill>
          <a:ln w="0">
            <a:solidFill>
              <a:srgbClr val="7AA95C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5B045AF4-78CE-418C-9EE5-8739D7BF2F09}"/>
              </a:ext>
            </a:extLst>
          </p:cNvPr>
          <p:cNvSpPr>
            <a:spLocks noGrp="1"/>
          </p:cNvSpPr>
          <p:nvPr/>
        </p:nvSpPr>
        <p:spPr>
          <a:xfrm>
            <a:off x="8286750" y="1600200"/>
            <a:ext cx="3276600" cy="2667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Hoe ik dat bereik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F63FC80-2CC6-4F8D-AC93-40A1B6576F5C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276600" cy="174752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Zo </a:t>
            </a:r>
            <a:r>
              <a:rPr lang="nl-BE" sz="20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verderdoen</a:t>
            </a:r>
            <a:endParaRPr lang="nl-BE" sz="200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Blijven opleidingen volgen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lang="nl-BE" sz="20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Work</a:t>
            </a: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– life </a:t>
            </a:r>
            <a:r>
              <a:rPr lang="nl-BE" sz="2000" dirty="0" err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balance</a:t>
            </a:r>
            <a:r>
              <a:rPr lang="nl-BE" sz="2000" dirty="0">
                <a:solidFill>
                  <a:srgbClr val="171717"/>
                </a:solidFill>
                <a:latin typeface="Aptos"/>
                <a:ea typeface="Aptos"/>
                <a:cs typeface="Aptos"/>
              </a:rPr>
              <a:t> bewaren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endParaRPr sz="1125" b="0" dirty="0">
              <a:solidFill>
                <a:srgbClr val="17171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097A3815-5643-C7EB-5D53-D5968A46150D}"/>
              </a:ext>
            </a:extLst>
          </p:cNvPr>
          <p:cNvSpPr/>
          <p:nvPr/>
        </p:nvSpPr>
        <p:spPr>
          <a:xfrm>
            <a:off x="457200" y="4243705"/>
            <a:ext cx="11315700" cy="2328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270F86ED-74E2-5EEB-63B3-A6F33E98C800}"/>
              </a:ext>
            </a:extLst>
          </p:cNvPr>
          <p:cNvSpPr txBox="1"/>
          <p:nvPr/>
        </p:nvSpPr>
        <p:spPr>
          <a:xfrm>
            <a:off x="628650" y="4328111"/>
            <a:ext cx="1093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Bronnen</a:t>
            </a:r>
          </a:p>
          <a:p>
            <a:r>
              <a:rPr lang="nl-BE" dirty="0" err="1"/>
              <a:t>Linked-in</a:t>
            </a:r>
            <a:r>
              <a:rPr lang="nl-BE" dirty="0"/>
              <a:t>: </a:t>
            </a:r>
            <a:r>
              <a:rPr lang="nl-BE" dirty="0">
                <a:hlinkClick r:id="rId3"/>
              </a:rPr>
              <a:t>https://www.linkedin.com/in/sander-van-acker-6548a0144/</a:t>
            </a:r>
            <a:endParaRPr lang="nl-BE" dirty="0"/>
          </a:p>
          <a:p>
            <a:r>
              <a:rPr lang="nl-BE" dirty="0"/>
              <a:t>Dossier: </a:t>
            </a:r>
            <a:r>
              <a:rPr lang="nl-BE" dirty="0">
                <a:hlinkClick r:id="rId4"/>
              </a:rPr>
              <a:t>https://github.com/SanderVanAcker2/ITPCO/blob/main/Dossier_ITPCO_-_25-26.docx</a:t>
            </a:r>
            <a:endParaRPr lang="nl-BE" dirty="0"/>
          </a:p>
          <a:p>
            <a:r>
              <a:rPr lang="nl-BE" dirty="0" err="1"/>
              <a:t>Github</a:t>
            </a:r>
            <a:r>
              <a:rPr lang="nl-BE" dirty="0"/>
              <a:t>: </a:t>
            </a:r>
          </a:p>
          <a:p>
            <a:endParaRPr lang="nl-BE" dirty="0"/>
          </a:p>
          <a:p>
            <a:endParaRPr lang="nl-BE" dirty="0"/>
          </a:p>
        </p:txBody>
      </p: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CF545857-4A7F-241B-A504-F04F0FAF0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81" y="5477732"/>
            <a:ext cx="983679" cy="98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198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356</Words>
  <Application>Microsoft Office PowerPoint</Application>
  <DocSecurity>0</DocSecurity>
  <PresentationFormat>Breedbeeld</PresentationFormat>
  <Paragraphs>79</Paragraphs>
  <Slides>5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ChatGPT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Van Acker, Sander (Styrka)</cp:lastModifiedBy>
  <cp:revision>2</cp:revision>
  <dcterms:created xsi:type="dcterms:W3CDTF">2026-05-31T20:55:21Z</dcterms:created>
  <dcterms:modified xsi:type="dcterms:W3CDTF">2026-06-01T09:36:53Z</dcterms:modified>
</cp:coreProperties>
</file>